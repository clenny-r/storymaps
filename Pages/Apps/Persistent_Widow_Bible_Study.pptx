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8C3A2E"/>
          </a:solidFill>
          <a:ln/>
        </p:spPr>
      </p:sp>
      <p:sp>
        <p:nvSpPr>
          <p:cNvPr id="3" name="Shape 1"/>
          <p:cNvSpPr/>
          <p:nvPr/>
        </p:nvSpPr>
        <p:spPr>
          <a:xfrm>
            <a:off x="6583680" y="0"/>
            <a:ext cx="73152" cy="51435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BIBLE STUDY  •  TODAY'S LESSON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603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i="1" dirty="0">
                <a:solidFill>
                  <a:srgbClr val="FB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parable a day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F1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keeps the doctor away.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48640" cy="36576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PARABLE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B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Persistent Widow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 18:1–8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Bible Study Session  |  Slide 1 of 5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554480"/>
            <a:ext cx="1280160" cy="12801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76656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B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Luke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766560" y="3383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400" kern="0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: 1 – 8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6E8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6B5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Widow Who Would Not Stop Asking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AD6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73152" cy="1417320"/>
          </a:xfrm>
          <a:prstGeom prst="rect">
            <a:avLst/>
          </a:prstGeom>
          <a:solidFill>
            <a:srgbClr val="2A3A5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UNJUST JUDGE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77240" y="233172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feared God nor cared what people thought. Cold, indifferent, hard to move.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3246120"/>
            <a:ext cx="3931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AD6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3246120"/>
            <a:ext cx="73152" cy="1417320"/>
          </a:xfrm>
          <a:prstGeom prst="rect">
            <a:avLst/>
          </a:prstGeom>
          <a:solidFill>
            <a:srgbClr val="B8504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4290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80160" y="34290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PERSISTENT WIDOW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77240" y="388620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Powerless on paper, yet unwilling to give up. She returns again and again: "Grant me justice."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4754880" y="1691640"/>
            <a:ext cx="3931920" cy="2971800"/>
          </a:xfrm>
          <a:prstGeom prst="rect">
            <a:avLst/>
          </a:prstGeom>
          <a:solidFill>
            <a:srgbClr val="F1EAD6"/>
          </a:solidFill>
          <a:ln/>
        </p:spPr>
      </p:sp>
      <p:sp>
        <p:nvSpPr>
          <p:cNvPr id="17" name="Text 13"/>
          <p:cNvSpPr/>
          <p:nvPr/>
        </p:nvSpPr>
        <p:spPr>
          <a:xfrm>
            <a:off x="5029200" y="1874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PLOT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029200" y="2240280"/>
            <a:ext cx="34747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after day she comes to court.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judge refuses — for a long time.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 he relents, not from kindness, but to be rid of her trouble.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30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Jesus' point: if even an unjust judge yields to persistence, how much more will a loving God hear His own?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 18:1–8  •  Slide 2 of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A3A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Shape 1"/>
          <p:cNvSpPr/>
          <p:nvPr/>
        </p:nvSpPr>
        <p:spPr>
          <a:xfrm>
            <a:off x="3108960" y="0"/>
            <a:ext cx="54864" cy="514350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02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F1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VERSE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377440"/>
            <a:ext cx="9144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Luke 18:1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3749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 and not give up.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64008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57600" y="137160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FB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“Then Jesus told his disciples a parable to show them that they should always pray </a:t>
            </a:r>
            <a:pPr indent="0" marL="0">
              <a:buNone/>
            </a:pPr>
            <a:r>
              <a:rPr lang="en-US" sz="2000" b="1" i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not give up.”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3657600" y="3520440"/>
            <a:ext cx="365760" cy="36576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12" name="Text 8"/>
          <p:cNvSpPr/>
          <p:nvPr/>
        </p:nvSpPr>
        <p:spPr>
          <a:xfrm>
            <a:off x="3657600" y="36118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Luke 18:1 (NIV)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657600" y="4069080"/>
            <a:ext cx="5029200" cy="777240"/>
          </a:xfrm>
          <a:prstGeom prst="rect">
            <a:avLst/>
          </a:prstGeom>
          <a:solidFill>
            <a:srgbClr val="8C3A2E"/>
          </a:solidFill>
          <a:ln/>
        </p:spPr>
      </p:sp>
      <p:sp>
        <p:nvSpPr>
          <p:cNvPr id="14" name="Text 10"/>
          <p:cNvSpPr/>
          <p:nvPr/>
        </p:nvSpPr>
        <p:spPr>
          <a:xfrm>
            <a:off x="3840480" y="41148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parable hangs on this one sentence — </a:t>
            </a:r>
            <a:pPr indent="0" marL="0">
              <a:buNone/>
            </a:pPr>
            <a:r>
              <a:rPr lang="en-US" sz="1200" dirty="0">
                <a:solidFill>
                  <a:srgbClr val="FB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 follows is Jesus showing us what “do not give up” looks like.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772400" y="48463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11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6E8C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9728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6B5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LESSONS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7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Truths to Take Home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A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91640"/>
            <a:ext cx="269748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057400"/>
            <a:ext cx="777240" cy="777240"/>
          </a:xfrm>
          <a:prstGeom prst="ellipse">
            <a:avLst/>
          </a:prstGeom>
          <a:solidFill>
            <a:srgbClr val="F1EAD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2402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37744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i="1" dirty="0">
                <a:solidFill>
                  <a:srgbClr val="F1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77724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IN PRAYER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" y="342900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invites us to keep asking. Persistence is not pestering — it's faith refusing to quit before the answer arrives.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3246120" y="169164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A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46120" y="1691640"/>
            <a:ext cx="2697480" cy="73152"/>
          </a:xfrm>
          <a:prstGeom prst="rect">
            <a:avLst/>
          </a:prstGeom>
          <a:solidFill>
            <a:srgbClr val="6E8C7E"/>
          </a:solidFill>
          <a:ln/>
        </p:spPr>
      </p:sp>
      <p:sp>
        <p:nvSpPr>
          <p:cNvPr id="15" name="Shape 12"/>
          <p:cNvSpPr/>
          <p:nvPr/>
        </p:nvSpPr>
        <p:spPr>
          <a:xfrm>
            <a:off x="3566160" y="2057400"/>
            <a:ext cx="777240" cy="777240"/>
          </a:xfrm>
          <a:prstGeom prst="ellipse">
            <a:avLst/>
          </a:prstGeom>
          <a:solidFill>
            <a:srgbClr val="F1EAD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24028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16636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i="1" dirty="0">
                <a:solidFill>
                  <a:srgbClr val="F1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356616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GOD'S CHARACTER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566160" y="342900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corrupt judge yielded to a stranger, how much more will a good Father respond to His own children whom He loves?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035040" y="1691640"/>
            <a:ext cx="2697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1EAD6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035040" y="1691640"/>
            <a:ext cx="2697480" cy="73152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22" name="Shape 18"/>
          <p:cNvSpPr/>
          <p:nvPr/>
        </p:nvSpPr>
        <p:spPr>
          <a:xfrm>
            <a:off x="6355080" y="2057400"/>
            <a:ext cx="777240" cy="777240"/>
          </a:xfrm>
          <a:prstGeom prst="ellipse">
            <a:avLst/>
          </a:prstGeom>
          <a:solidFill>
            <a:srgbClr val="F1EAD6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240280"/>
            <a:ext cx="411480" cy="4114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955280" y="20574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i="1" dirty="0">
                <a:solidFill>
                  <a:srgbClr val="F1EA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6355080" y="301752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A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FAITH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355080" y="3429000"/>
            <a:ext cx="2057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Jesus closes with a question: "When the Son of Man comes, will He find faith on the earth?" Endurance is the proof of faith.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5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Luke 18:1–8  •  Slide 4 of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EA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2A3A55"/>
          </a:solidFill>
          <a:ln/>
        </p:spPr>
      </p:sp>
      <p:sp>
        <p:nvSpPr>
          <p:cNvPr id="3" name="Shape 1"/>
          <p:cNvSpPr/>
          <p:nvPr/>
        </p:nvSpPr>
        <p:spPr>
          <a:xfrm>
            <a:off x="3291840" y="0"/>
            <a:ext cx="54864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5029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 &amp;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65760" y="2194560"/>
            <a:ext cx="548640" cy="3657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23317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1E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hearts, open Word, open conversation.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657600"/>
            <a:ext cx="914400" cy="914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0" y="502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657600" y="91440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0" y="914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251960" y="896112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prayer you've stopped praying because it felt unanswered? What might it look like to bring it before God again this week?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657600" y="182880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5" name="Text 12"/>
          <p:cNvSpPr/>
          <p:nvPr/>
        </p:nvSpPr>
        <p:spPr>
          <a:xfrm>
            <a:off x="36576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251960" y="1810512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seeing God as a loving Father (not the unjust judge) change the way you ask?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657600" y="274320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0" y="2743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251960" y="2724912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 your life is God inviting you to endure rather than retreat?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3657600" y="3657600"/>
            <a:ext cx="411480" cy="4114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21" name="Text 18"/>
          <p:cNvSpPr/>
          <p:nvPr/>
        </p:nvSpPr>
        <p:spPr>
          <a:xfrm>
            <a:off x="3657600" y="36576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B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4251960" y="3639312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7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Jesus returns, what kind of faith will He find in you?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657600" y="4572000"/>
            <a:ext cx="5120640" cy="365760"/>
          </a:xfrm>
          <a:prstGeom prst="rect">
            <a:avLst/>
          </a:prstGeom>
          <a:solidFill>
            <a:srgbClr val="8C3A2E"/>
          </a:solidFill>
          <a:ln/>
        </p:spPr>
      </p:sp>
      <p:sp>
        <p:nvSpPr>
          <p:cNvPr id="24" name="Text 21"/>
          <p:cNvSpPr/>
          <p:nvPr/>
        </p:nvSpPr>
        <p:spPr>
          <a:xfrm>
            <a:off x="3794760" y="4617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FB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in prayer  •  Slide 5 of 5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Persistent Widow - Bible Study</dc:title>
  <dc:subject>PptxGenJS Presentation</dc:subject>
  <dc:creator>A Parable a Day</dc:creator>
  <cp:lastModifiedBy>A Parable a Day</cp:lastModifiedBy>
  <cp:revision>1</cp:revision>
  <dcterms:created xsi:type="dcterms:W3CDTF">2026-05-06T00:26:07Z</dcterms:created>
  <dcterms:modified xsi:type="dcterms:W3CDTF">2026-05-06T00:26:07Z</dcterms:modified>
</cp:coreProperties>
</file>